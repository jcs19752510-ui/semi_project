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083BB-EB72-0EFF-F20E-EA1DE2182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5578C8-1967-C5FA-363C-458EE8DEE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EC257D-D720-A605-421E-E5473E13E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36CF2-623B-20D3-3EEF-148F1A82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D7A06A-32F3-819A-4FDD-BAECDD33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87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6B35C-E1B6-3D59-6E05-7BEF9511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5C5720-8FB8-C991-FFCB-09B164DC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A2914-EC6E-7016-1BE2-6B061325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664314-1DD1-6CD7-9301-AF6D2AF4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D13B30-09B4-2D8A-4D7F-C7F1D353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9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8ABB9-96A5-197C-3647-82F598FE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F7EA72-FE37-4B78-3D8D-B8AB800D8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EC3047-E753-154D-1D83-7899ABCD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0728E6-BE87-91CA-652B-B433D72D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400978-BAB6-4DCB-B6C5-8451CD04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7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FE54B-A861-6275-6A60-F9709FDD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0AAC8-1CB0-B2E5-A45F-26F31CEB0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D0C085-426D-B51F-2680-1C9E30DC1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548C54-BA6D-5BA6-76EE-75171E0C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64CA1-4C6A-924F-BD98-C87E2E00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79C29-2957-2C81-089B-693677DC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64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9A15F-574C-4957-D2C9-E12C8067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DA64AF-73F2-8F7C-B50B-42D45B0FE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ADA0C6-A96F-0BA2-BDED-9CF21784B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F1304D-0478-0AFA-A3D5-5AF3A7D4E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94D763-2C90-D8DF-C3C0-B34B1F2E3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AB0B4E-08EB-1DC5-AF46-9792E33D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1F53A7-972E-9A9A-6986-A2BA5686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45B694-FF4B-7395-EC93-0AEC3C1D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53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D2566-FD75-B61F-5272-179EB3F0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FA415E-3833-7CDD-9A8F-C650C285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64165-7D55-6067-73F4-B5D41B37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C8854-0770-B2D4-20A1-1A0D9135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1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846AC2-880B-094D-F5F7-1F685C79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93CAF0-05C3-1FFC-4E52-36E91B7B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99C01-E1FF-3C1C-90F0-79B99D46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1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45085-3A92-1416-71BC-3F30E069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1568B-310B-BFA6-75B4-7304DB03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B1953B-88B7-D534-AC99-E0CCC2C75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09A6B9-645E-37E6-D288-71E67BE1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FC1AF-28E4-5857-74B1-4AF03313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078CB6-BB31-03AF-B34C-9D2D3DE0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8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20FFD-EDDA-A9C0-B87C-177DEEC3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D88C27-9048-B055-0496-D3B6A5908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A9B7E3-6CCA-C08F-9C78-4D8A09D04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4F8991-5171-19E4-8614-7EB8F894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B6CD88-0348-1894-3CB7-8C1C5107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F41FCB-8A69-F12E-3E69-C5FC2916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53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5D20F-2F46-CA09-C6B4-784F8A7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75336A-A46E-7237-3E60-EE158E55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57D9E-0CE4-0CB1-1707-FCCD3EC1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1DA9D-B027-CF90-A612-7997AFB8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3F7EC-2C5A-316D-6ECD-8B953F2A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8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BE0783-34DA-5E5F-8373-6C41512B8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2CEF85-7F21-8BC6-3059-FA21F55D8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E5827-41A9-BA6B-E35E-D35F4A43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9F2B4C-5A5D-A0D3-4917-73A26B97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1CA52-DF61-0624-D062-FD46ECFD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04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89D9BC-AECA-A67C-C48C-17EFFF5E3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C263AC-532F-A4F7-3DD2-BB5B7A90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EBFB9-685C-D0AD-AED0-58A443D63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211C6-2E39-4FDE-B087-FF7A0DD30F85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CE3F0-61B3-1C67-86F5-A78295CB4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D25B2-74FB-2EDB-30FB-9A233BD77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1B7E5-11E9-491D-B127-A361006B73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32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94080B85-1B9C-D6A2-0265-863FE7C23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610A49B-B5F2-F67A-2CF8-655B6A73C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39A2B39-7FC5-6CD6-71F7-CD18FBB59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9DB116-8AF6-A961-EFB3-434F837E65A6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5ADD8-C033-25F4-6820-35751CA41C3C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F9B7621-AEA9-BB0C-2C41-A97F90E15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53C1DA6-F0BA-A522-71FE-4F6328422D00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66F0E5-FFC7-3593-F70E-94954F5C0880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3.logistic</a:t>
            </a:r>
          </a:p>
          <a:p>
            <a:r>
              <a:rPr lang="en-US" altLang="ko-KR" dirty="0"/>
              <a:t>4.RF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157E2B-CFE0-A0F7-5BAB-488FF4093099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66DA7B8-3D54-E286-423C-2518E8529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8E63523-D8F1-EBA1-5E37-501097DD0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4E1DF07-AC34-7E47-3905-B78947626840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78CB5F-CEBD-A106-CD8B-626C0EE12C4A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97F2BE61-6FF6-49BE-2AFA-F2FD46EA28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945" y="2623039"/>
            <a:ext cx="4085364" cy="369203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C7E6E74-1AF7-072C-A53A-A60745B4BF80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E898E9-A803-CBF5-6E22-1BEF4608EDAB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76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466-1F5F-7810-500F-F787CFF7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60ED49AB-E10D-2F91-8764-DDDA0F0F7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E0B1D4C-9217-16E3-7A40-A4D6D3D8E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4A60C99-450C-1E15-46B8-28D2C8BB8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1542BDD-814B-6A18-44CA-89C5E0FF3BA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4A0AA-0F79-46DD-043F-3239F1F8AB77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416DAC52-2FA2-D0E0-6EC2-E2CFED6E7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2B54C19-809E-9639-A23C-64A998CC0628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3AEF0E-29FE-9124-DCE3-5D7072039A93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7DDCC3-D96C-F96B-A7D0-6BE605513722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CCCA38D7-0008-2CD6-3CBF-45A6C80FFD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4571169-D003-2B75-45B5-F60DB83E4A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7648BD4-B737-44BE-E221-5837F9C0EDBA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14D1BD-D56C-FF5D-B4F0-FF3CD227E8B3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7F899F-F317-D259-6C29-31ECAC709FBC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17A6CA-EA65-56BD-D782-D439614D1096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02FEA4-FD62-3258-7048-1F53A7D27B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175" y="2661819"/>
            <a:ext cx="3027608" cy="334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30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F251-A566-0339-ECF0-DFB3237B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E82E8EDF-57A6-2A7C-B066-133F6B2E5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B7ACAF9-8043-1FE6-17E5-34FD36A1E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09F2C3F-6765-8532-1EAE-3D140162D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2E1788E-51D2-3C12-66A7-2CB9F1B2EAA7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CAA561-9A31-2D58-91BD-ADA14A06B74A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668947E-F5BA-8B58-7F50-A717C1B0D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5ED7D16-BE15-3A26-95E6-406D8FA3D579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114926-BD86-2B94-51A1-0A857C1C8640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2.xgb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0ED0BE-901A-CCDB-AF89-5D719A3B04D4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0430AE09-925F-BB8F-4DBD-CF8454433F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060AB6E-10DD-076F-17F4-F5990E531F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DE082F4-2962-F53C-85DF-40E0ED285634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D667DD-BCFA-96BE-A354-600FF5857993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3A4D5A-1AF2-AD46-1192-5D5E91DFB9D3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700DC6-1CFB-E6EB-5B10-823EBDF70D79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85186B-BABE-13C4-40F1-346DF9EC3A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935" y="2938752"/>
            <a:ext cx="3506870" cy="299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6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4F271-7582-8919-8AC6-96146362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8E0833ED-F80D-D915-95DF-583E2F13F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763A6A2-8447-75F2-98C3-5DB851967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533033C-5FC2-E060-0E93-D88DFCC42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187E734-381F-3885-952A-2945A155CC69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5A767E-BC15-3269-DEDE-0EE24622301C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01F4FC1-0893-43AA-A4CF-4F0C11BE4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5E2554D-45DC-C676-3F26-EB0D975ABC82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571246-C727-1056-3117-1B0893FAC3AC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3.logistic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9D7363-9D88-9043-1057-22EFF7884BFE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76D22478-0A37-6E0E-FDB0-1D12CE8C5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0B73451-AF46-D2FE-6883-3262CBD36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EC2BB76-3CD0-0B89-CE22-89E78025A2B6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42C7A6-3C58-9179-D398-1B4B1AA0690B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FB3FF3-6FB1-DC59-C683-1BD7DB5B2E63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C950E6-E79A-21A4-777D-88D1FA23CA5F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3A6642-41E1-4508-C661-94329D626A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157" y="2722945"/>
            <a:ext cx="4011921" cy="342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7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1B226-C314-3CD6-9455-19768773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0CA7AF1B-6E0D-6E51-C575-5CC005067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4821260-5B77-4153-C580-29CAE4A15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53CF7CE-FE1D-FD0F-C7D8-FABE61A84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797A200-B448-42CC-2514-178A945092F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7054CC-A724-9A4C-19DC-8191C3A1B09C}"/>
              </a:ext>
            </a:extLst>
          </p:cNvPr>
          <p:cNvSpPr txBox="1"/>
          <p:nvPr/>
        </p:nvSpPr>
        <p:spPr>
          <a:xfrm>
            <a:off x="584538" y="92619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C2C9352-5603-1B0C-5C91-04900C0EB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51FE3CC-36AF-ACD1-D9F3-4CBAD71688E1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52A276-9A44-7532-F2E7-25F933F78367}"/>
              </a:ext>
            </a:extLst>
          </p:cNvPr>
          <p:cNvSpPr txBox="1"/>
          <p:nvPr/>
        </p:nvSpPr>
        <p:spPr>
          <a:xfrm>
            <a:off x="3540326" y="914783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4.RF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CCE424-E54B-6A7F-F15A-31D643370069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5B93140-26CC-E46C-069D-B2A4296C0C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894951B-7CBB-41EF-CBF7-DCB3B6D8D2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5298108-A6C6-5D43-A38E-8B7FE49EA6C8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797828-7CAC-06E0-B61A-B8FEFDC7E499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0F40CA-E4E4-F919-0D50-94CC73B67A8E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산탄데르</a:t>
            </a:r>
            <a:r>
              <a:rPr lang="ko-KR" altLang="en-US" dirty="0"/>
              <a:t> 기준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757298-2DC2-4EC0-063C-6B155978B008}"/>
              </a:ext>
            </a:extLst>
          </p:cNvPr>
          <p:cNvSpPr txBox="1"/>
          <p:nvPr/>
        </p:nvSpPr>
        <p:spPr>
          <a:xfrm>
            <a:off x="9455696" y="2151347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F90F59-0FDF-C94E-8704-2404EE4AC0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495" y="2916452"/>
            <a:ext cx="3763220" cy="321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8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EA96-DE43-B71E-A4CF-BEF0A6BD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F79AC0E-594B-4F1F-8C45-7E09EA2BE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5B963FE-22C8-3B24-23EC-12F8B1D44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94A50B4-B84C-79EB-8318-5AA85F6AF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DF9592A-0F16-ACBD-962A-F6B985F1DA1C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25D3D4-8852-3C4B-8907-4AEDC88C3161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E69899C6-6D6E-1077-D343-CEF8DBE47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B02DDDC-76A1-0EEB-0D67-2B6087C066D5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FBAF52-F67C-D4C7-45E5-E59037189B74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3.X</a:t>
            </a:r>
          </a:p>
          <a:p>
            <a:r>
              <a:rPr lang="en-US" altLang="ko-KR" dirty="0"/>
              <a:t>4.Zzz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DB3816-BDE6-DDDD-4336-5586D9A1D50A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A04F5EA-62DC-B288-2C79-77F930118F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43EACC9-C26C-B74B-5A53-6AF876BC4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5D6595D-8CD6-78B0-945C-EE3BD04C48B8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2E74ED-55D5-85C8-9CC4-9363D4A3F1B7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49D6CA5-B1FE-5723-B7BE-E5F184191D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36" y="2261614"/>
            <a:ext cx="4085364" cy="414052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6A10043-4E7E-FB78-6DE3-628DDB7D3DF6}"/>
              </a:ext>
            </a:extLst>
          </p:cNvPr>
          <p:cNvSpPr txBox="1"/>
          <p:nvPr/>
        </p:nvSpPr>
        <p:spPr>
          <a:xfrm>
            <a:off x="7763735" y="3175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카드 기준</a:t>
            </a:r>
          </a:p>
        </p:txBody>
      </p:sp>
    </p:spTree>
    <p:extLst>
      <p:ext uri="{BB962C8B-B14F-4D97-AF65-F5344CB8AC3E}">
        <p14:creationId xmlns:p14="http://schemas.microsoft.com/office/powerpoint/2010/main" val="107787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42E6-0486-EDEE-D556-E60B6042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1440866-7BE7-8E2E-556A-6353A43A6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AAAF138-1980-90EE-D8CE-3D524D6AF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6E33D25-C2D8-1B98-6F42-2FB742B6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29B882B-ACAB-94F3-7093-D16F86CA6F8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CB94B9-40B9-F020-FF5A-C47531600B6E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CF54988-2C2C-ED42-A0E0-177006EBE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5B17548-1D92-2F46-952E-2937BCE13FD6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FA23A4-A802-2EF0-60B8-06C8A3D6E52E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3.X</a:t>
            </a:r>
          </a:p>
          <a:p>
            <a:r>
              <a:rPr lang="en-US" altLang="ko-KR" dirty="0"/>
              <a:t>4.Zzz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3B6D99-68B2-4A39-AED8-DDD22879BAF2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7936BA9-92DC-11F7-F20F-4CEB8D92BE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5D51E53-6178-97F4-9D35-C0E2C3CF78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02BC881-742D-F1E1-3E23-599AC36F2986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EA3B5A-1BD2-90F8-0457-B37C6715A290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510223EC-867E-8173-AF26-C232EEA1DB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36" y="2261614"/>
            <a:ext cx="4085364" cy="414052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B7C5779-3628-6C2E-A28E-3A257CFCF2DB}"/>
              </a:ext>
            </a:extLst>
          </p:cNvPr>
          <p:cNvSpPr txBox="1"/>
          <p:nvPr/>
        </p:nvSpPr>
        <p:spPr>
          <a:xfrm>
            <a:off x="7763735" y="317500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텍스트분석 기준</a:t>
            </a:r>
          </a:p>
        </p:txBody>
      </p:sp>
    </p:spTree>
    <p:extLst>
      <p:ext uri="{BB962C8B-B14F-4D97-AF65-F5344CB8AC3E}">
        <p14:creationId xmlns:p14="http://schemas.microsoft.com/office/powerpoint/2010/main" val="346664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64AB-AA22-3FE9-6750-C207EE54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7FD33212-C7A0-32AC-8954-03D0A1A53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2642346"/>
            <a:ext cx="2884409" cy="18821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21A8D92-ABB2-6928-02DA-3C6DE34A5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2722936"/>
            <a:ext cx="2884410" cy="1611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CB704AA-FB37-7F42-7605-849AAED77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38" y="508616"/>
            <a:ext cx="1009791" cy="39058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E67DD33-81C5-E254-5EBE-6D55B5522CB5}"/>
              </a:ext>
            </a:extLst>
          </p:cNvPr>
          <p:cNvSpPr txBox="1"/>
          <p:nvPr/>
        </p:nvSpPr>
        <p:spPr>
          <a:xfrm>
            <a:off x="524181" y="139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F4F526-2468-3DC1-DD17-6F25648786C9}"/>
              </a:ext>
            </a:extLst>
          </p:cNvPr>
          <p:cNvSpPr txBox="1"/>
          <p:nvPr/>
        </p:nvSpPr>
        <p:spPr>
          <a:xfrm>
            <a:off x="584538" y="926199"/>
            <a:ext cx="1516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 err="1"/>
              <a:t>산탄데르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카드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텍스트분석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분류분석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DFC40503-82A4-4031-9A91-524A3422F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26" y="497200"/>
            <a:ext cx="1009791" cy="39058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6EECD2B-42A7-B7F1-C598-336AC0E07904}"/>
              </a:ext>
            </a:extLst>
          </p:cNvPr>
          <p:cNvSpPr txBox="1"/>
          <p:nvPr/>
        </p:nvSpPr>
        <p:spPr>
          <a:xfrm>
            <a:off x="3479969" y="1278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583FE1-A1F0-5305-5084-A3F90491B9BD}"/>
              </a:ext>
            </a:extLst>
          </p:cNvPr>
          <p:cNvSpPr txBox="1"/>
          <p:nvPr/>
        </p:nvSpPr>
        <p:spPr>
          <a:xfrm>
            <a:off x="3540326" y="914783"/>
            <a:ext cx="18822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1.lightBGM</a:t>
            </a:r>
          </a:p>
          <a:p>
            <a:r>
              <a:rPr lang="en-US" altLang="ko-KR" dirty="0"/>
              <a:t>2.xgb</a:t>
            </a:r>
          </a:p>
          <a:p>
            <a:r>
              <a:rPr lang="en-US" altLang="ko-KR" dirty="0"/>
              <a:t>3.X</a:t>
            </a:r>
          </a:p>
          <a:p>
            <a:r>
              <a:rPr lang="en-US" altLang="ko-KR" dirty="0"/>
              <a:t>4.Zzz</a:t>
            </a:r>
          </a:p>
          <a:p>
            <a:r>
              <a:rPr lang="ko-KR" altLang="en-US" dirty="0"/>
              <a:t>전체항목은 없음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AEBB30-B535-0617-FF5F-00EF9907C907}"/>
              </a:ext>
            </a:extLst>
          </p:cNvPr>
          <p:cNvSpPr txBox="1"/>
          <p:nvPr/>
        </p:nvSpPr>
        <p:spPr>
          <a:xfrm>
            <a:off x="5182212" y="4334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전처리조회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03E922E2-E91E-9759-71C3-ECE373A538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91" y="4524466"/>
            <a:ext cx="2884409" cy="204155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E35459B2-BC6E-4B27-DAB2-BF82BFFB56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32" y="4437229"/>
            <a:ext cx="2615221" cy="204155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050E840-15F8-B075-2E38-478283AC4542}"/>
              </a:ext>
            </a:extLst>
          </p:cNvPr>
          <p:cNvSpPr txBox="1"/>
          <p:nvPr/>
        </p:nvSpPr>
        <p:spPr>
          <a:xfrm>
            <a:off x="9195337" y="158609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수행결과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B1CE8A-7720-63D2-1DAB-04A7D515935B}"/>
              </a:ext>
            </a:extLst>
          </p:cNvPr>
          <p:cNvSpPr txBox="1"/>
          <p:nvPr/>
        </p:nvSpPr>
        <p:spPr>
          <a:xfrm>
            <a:off x="5107239" y="151494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검증결과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C03F97B9-B2DB-BDFB-95AC-096770F91E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36" y="2261614"/>
            <a:ext cx="4085364" cy="414052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C6864CC-9E5A-531F-BCFF-2567D2A3ED63}"/>
              </a:ext>
            </a:extLst>
          </p:cNvPr>
          <p:cNvSpPr txBox="1"/>
          <p:nvPr/>
        </p:nvSpPr>
        <p:spPr>
          <a:xfrm>
            <a:off x="7763735" y="31750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분류분석 기준</a:t>
            </a:r>
          </a:p>
        </p:txBody>
      </p:sp>
    </p:spTree>
    <p:extLst>
      <p:ext uri="{BB962C8B-B14F-4D97-AF65-F5344CB8AC3E}">
        <p14:creationId xmlns:p14="http://schemas.microsoft.com/office/powerpoint/2010/main" val="220380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221</Words>
  <Application>Microsoft Office PowerPoint</Application>
  <PresentationFormat>와이드스크린</PresentationFormat>
  <Paragraphs>101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11</cp:revision>
  <dcterms:created xsi:type="dcterms:W3CDTF">2026-08-21T07:35:21Z</dcterms:created>
  <dcterms:modified xsi:type="dcterms:W3CDTF">2026-08-21T08:23:44Z</dcterms:modified>
</cp:coreProperties>
</file>